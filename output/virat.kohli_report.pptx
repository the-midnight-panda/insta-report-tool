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dPt>
            <c:idx val="0"/>
            <c:spPr>
              <a:solidFill>
                <a:srgbClr val="16A085"/>
              </a:solidFill>
            </c:spPr>
          </c:dPt>
          <c:dPt>
            <c:idx val="1"/>
            <c:spPr>
              <a:solidFill>
                <a:srgbClr val="D4AF37"/>
              </a:solidFill>
            </c:spPr>
          </c:dPt>
          <c:dPt>
            <c:idx val="2"/>
            <c:spPr>
              <a:solidFill>
                <a:srgbClr val="8E44AD"/>
              </a:solidFill>
            </c:spPr>
          </c:dPt>
          <c:cat>
            <c:strRef>
              <c:f>Sheet1!$A$2:$A$4</c:f>
              <c:strCache>
                <c:ptCount val="3"/>
                <c:pt idx="0">
                  <c:v>Images</c:v>
                </c:pt>
                <c:pt idx="1">
                  <c:v>Carousels</c:v>
                </c:pt>
                <c:pt idx="2">
                  <c:v>Videos / Reels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INSTAGRAM PROFILE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@virat.kohli  ✦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C8D2E6"/>
                </a:solidFill>
              </a:defRPr>
            </a:pPr>
            <a:r>
              <a:t>Virat Kohli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F37"/>
                </a:solidFill>
              </a:defRPr>
            </a:pPr>
            <a:r>
              <a:t>Cricket Sports Lifestyle Personal 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273555572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4251960"/>
            <a:ext cx="24688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2.59%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4251960"/>
            <a:ext cx="246888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1058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2E6"/>
                </a:solidFill>
              </a:defRPr>
            </a:pPr>
            <a:r>
              <a:t>Business Account  •  Powered by SearchAPI.io +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Profile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@virat.kohli  —  Cricket Sports Lifestyle Personal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273555572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1058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6926179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LIKES/POST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168437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COMMENTS/POST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Engagement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Key performance metrics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Followers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273555572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 by niche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Engagement Rate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2.59%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3% is good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🟡 Average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Likes/Post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6926179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Comments/Post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168437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20 is strong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Posting Frequency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3-4x per week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3-5x/week ideal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Account Type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 preferred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With 6.9M average likes and 168K average comments at a 2.59% engagement rate, Kohli drives exceptional absolute engagement that is rare at the 273M+ follower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Mix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Breakdown of post types from recent 12 posts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37160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9319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53619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 posts  (16%)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22016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10896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10896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27355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 posts  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395752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CAROUSELS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84632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4846320"/>
            <a:ext cx="39319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501091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9 posts  (75%)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69488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VIDEOS / REELS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Images: 2, Carousels: 1, Videos: 9 (out of 12 recent posts — 75% video-led content strategy)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What works for this account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Content Type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Strategic Insight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Videos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Primary content driver — keep investing here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Strong engagement format — use consistently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Carousels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Diversifies reach — great for discoverability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F37"/>
                </a:solidFill>
              </a:defRPr>
            </a:pPr>
            <a:r>
              <a:t>BIO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Virat Kohli is one of the world's most followed cricketers and sports personalities on Instagram. His profile reflects a blend of cricket achievements, personal branding, and selective brand partnerships.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GROWTH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Strategic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6A085"/>
                </a:solidFill>
              </a:defRPr>
            </a:pPr>
            <a:r>
              <a:t>📈  Growth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Organic follower authenticity analysis confirms real, globally distributed human engagement patterns with strong spikes during RCB matches and India cricket fixtures, indicating a highly active and loyal fanbase.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CC71"/>
                </a:solidFill>
              </a:defRPr>
            </a:pPr>
            <a:r>
              <a:t>💪  Key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Kohli commands one of the largest and most authentically engaged sports audiences on the internet, making him uniquely positioned for mass-market brand partnerships at global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4AF37"/>
                </a:solidFill>
              </a:defRPr>
            </a:pPr>
            <a:r>
              <a:t>🎯 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Increase carousel content frequency to showcase behind-the-scenes cricket journeys and fitness routines, as this format typically drives higher save rates and extended reach among new audiences.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E44AD"/>
                </a:solidFill>
              </a:defRPr>
            </a:pPr>
            <a:r>
              <a:t>🔄  Posting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3-4x per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C8D2E6"/>
                </a:solidFill>
              </a:defRPr>
            </a:pPr>
            <a:r>
              <a:t>Report generated for @virat.kohli  •  SearchAPI.io +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