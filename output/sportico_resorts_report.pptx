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dPt>
            <c:idx val="0"/>
            <c:spPr>
              <a:solidFill>
                <a:srgbClr val="16A085"/>
              </a:solidFill>
            </c:spPr>
          </c:dPt>
          <c:dPt>
            <c:idx val="1"/>
            <c:spPr>
              <a:solidFill>
                <a:srgbClr val="D4AF37"/>
              </a:solidFill>
            </c:spPr>
          </c:dPt>
          <c:dPt>
            <c:idx val="2"/>
            <c:spPr>
              <a:solidFill>
                <a:srgbClr val="8E44AD"/>
              </a:solidFill>
            </c:spPr>
          </c:dPt>
          <c:cat>
            <c:strRef>
              <c:f>Sheet1!$A$2:$A$4</c:f>
              <c:strCache>
                <c:ptCount val="3"/>
                <c:pt idx="0">
                  <c:v>Images</c:v>
                </c:pt>
                <c:pt idx="1">
                  <c:v>Carousels</c:v>
                </c:pt>
                <c:pt idx="2">
                  <c:v>Videos / Reels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22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INSTAGRAM PROFILE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FFFFF"/>
                </a:solidFill>
              </a:defRPr>
            </a:pPr>
            <a:r>
              <a:t>@sportico_resorts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C8D2E6"/>
                </a:solidFill>
              </a:defRPr>
            </a:pPr>
            <a:r>
              <a:t>Sportico Luxury Resort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D4AF37"/>
                </a:solidFill>
              </a:defRPr>
            </a:pPr>
            <a:r>
              <a:t>Luxury adventure resort Bangalore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8D2E6"/>
                </a:solidFill>
              </a:defRPr>
            </a:pPr>
            <a:r>
              <a:t>🌐  https://www.sporticoresorts.com/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24688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12646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1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4251960"/>
            <a:ext cx="246888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0.28%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51960"/>
            <a:ext cx="246888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51960"/>
            <a:ext cx="246888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4416552"/>
            <a:ext cx="2249424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565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074005"/>
            <a:ext cx="2322576" cy="538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8D2E6"/>
                </a:solidFill>
              </a:defRPr>
            </a:pPr>
            <a:r>
              <a:t>Business Account  •  https://www.sporticoresorts.com/  •  Powered by SearchAPI.io + 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Profile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@sportico_resorts  —  Luxury adventure resort Bangalore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12646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4747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FOLLOWING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4747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53312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565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219638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TOTAL POSTS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34747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LIKES/POST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749039"/>
            <a:ext cx="34747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083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AVG COMMENTS/POST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749039"/>
            <a:ext cx="3474720" cy="173736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49039"/>
            <a:ext cx="3474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1"/>
            <a:ext cx="325526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0.28%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756708"/>
            <a:ext cx="3328415" cy="660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ENGAGEMENT 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Engagement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Key performance metrics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Followers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12646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 by niche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Engagement Rate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0.28%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3% is good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🔴 Low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Likes/Post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Comments/Post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&gt; 20 is strong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Posting Frequency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3-4x per week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3-5x/week ideal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Account Type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Business preferred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📊 Data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With only 0.28% engagement rate against 12,646 followers, the account is significantly underperforming industry benchmarks for hospitality brands, indicating low audience interaction despite heavy video output.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Mix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Breakdown from recent 12 posts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37160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371600"/>
            <a:ext cx="3931920" cy="54864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7" y="153619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1 posts (8%)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22016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10896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108960"/>
            <a:ext cx="393192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327355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2 posts (16%)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395752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CAROUSELS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846320"/>
            <a:ext cx="3931920" cy="146304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4846320"/>
            <a:ext cx="393192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5010912"/>
            <a:ext cx="371246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</a:defRPr>
            </a:pPr>
            <a:r>
              <a:t>9 posts (75%)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5552" y="5694883"/>
            <a:ext cx="3785615" cy="55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C8D2E6"/>
                </a:solidFill>
              </a:defRPr>
            </a:pPr>
            <a:r>
              <a:t>VIDEOS /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093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C8D2E6"/>
                </a:solidFill>
              </a:defRPr>
            </a:pPr>
            <a:r>
              <a:t>Images: 1 (8%), Carousels: 2 (17%), Videos: 9 (75%)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D4AF37"/>
                </a:solidFill>
              </a:defRPr>
            </a:pPr>
            <a:r>
              <a:t>Content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C8D2E6"/>
                </a:solidFill>
              </a:defRPr>
            </a:pPr>
            <a:r>
              <a:t>What works for this account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Content Type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050C1A"/>
                          </a:solidFill>
                        </a:defRPr>
                      </a:pPr>
                      <a:r>
                        <a:t>Strategic Insight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Videos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Primary content driver — keep investing here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Carousels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Strong engagement format — use consistently</a:t>
                      </a:r>
                    </a:p>
                  </a:txBody>
                  <a:tcPr>
                    <a:solidFill>
                      <a:srgbClr val="050C1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Diversifies reach — great for discoverability</a:t>
                      </a:r>
                    </a:p>
                  </a:txBody>
                  <a:tcPr>
                    <a:solidFill>
                      <a:srgbClr val="0E1E3A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D4AF37"/>
                </a:solidFill>
              </a:defRPr>
            </a:pPr>
            <a:r>
              <a:t>BIO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</a:defRPr>
            </a:pPr>
            <a:r>
              <a:t>Sportico Resort is a luxury adventure destination in Malur near Bangalore, offering India's largest island pool, spa, dining, events, and destination weddings. They cater to corporate outings, team events, and leisure travelers.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D4AF37"/>
                </a:solidFill>
              </a:defRPr>
            </a:pPr>
            <a:r>
              <a:t>GROWTH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</a:defRPr>
            </a:pPr>
            <a:r>
              <a:t>Strategic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6A085"/>
                </a:solidFill>
              </a:defRPr>
            </a:pPr>
            <a:r>
              <a:t>📈  Growth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With 565 posts and only 12,646 followers, follower growth relative to content volume is low, suggesting content is not effectively converting reach into new followers or driving virality.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2ECC71"/>
                </a:solidFill>
              </a:defRPr>
            </a:pPr>
            <a:r>
              <a:t>💪  Key 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Strong video-first content strategy with 75% of recent posts being videos, which aligns with Instagram's algorithm preference and is ideal for showcasing the resort's visual appeal and experiences.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6420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D4AF37"/>
                </a:solidFill>
              </a:defRPr>
            </a:pPr>
            <a:r>
              <a:t>🎯  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Introduce location-tagged Reels featuring guest testimonials, behind-the-scenes resort experiences, and seasonal offers with a strong call-to-action to boost engagement and reach new audiences organically.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5486400" cy="1417320"/>
          </a:xfrm>
          <a:prstGeom prst="rect">
            <a:avLst/>
          </a:prstGeom>
          <a:solidFill>
            <a:srgbClr val="0E1E3A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3101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8E44AD"/>
                </a:solidFill>
              </a:defRPr>
            </a:pPr>
            <a:r>
              <a:t>🔄  Posting Frequency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0332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</a:defRPr>
            </a:pPr>
            <a:r>
              <a:t>3-4x per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C8D2E6"/>
                </a:solidFill>
              </a:defRPr>
            </a:pPr>
            <a:r>
              <a:t>Report for @sportico_resorts (https://www.sporticoresorts.com/)  •  SearchAPI.io +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