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dPt>
            <c:idx val="0"/>
            <c:spPr>
              <a:solidFill>
                <a:srgbClr val="16A085"/>
              </a:solidFill>
            </c:spPr>
          </c:dPt>
          <c:dPt>
            <c:idx val="1"/>
            <c:spPr>
              <a:solidFill>
                <a:srgbClr val="D4AF37"/>
              </a:solidFill>
            </c:spPr>
          </c:dPt>
          <c:dPt>
            <c:idx val="2"/>
            <c:spPr>
              <a:solidFill>
                <a:srgbClr val="8E44AD"/>
              </a:solidFill>
            </c:spPr>
          </c:dPt>
          <c:cat>
            <c:strRef>
              <c:f>Sheet1!$A$2:$A$4</c:f>
              <c:strCache>
                <c:ptCount val="3"/>
                <c:pt idx="0">
                  <c:v>Images</c:v>
                </c:pt>
                <c:pt idx="1">
                  <c:v>Carousels</c:v>
                </c:pt>
                <c:pt idx="2">
                  <c:v>Videos / Reels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</c:v>
                </c:pt>
                <c:pt idx="2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D4AF37"/>
                </a:solidFill>
              </a:defRPr>
            </a:pPr>
            <a:r>
              <a:t>INSTAGRAM PROFILE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@sunpure_official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C8D2E6"/>
                </a:solidFill>
              </a:defRPr>
            </a:pPr>
            <a:r>
              <a:t>Sunpure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D4AF37"/>
                </a:solidFill>
              </a:defRPr>
            </a:pPr>
            <a:r>
              <a:t>Healthy Cooking Oils Brand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D2E6"/>
                </a:solidFill>
              </a:defRPr>
            </a:pPr>
            <a:r>
              <a:t>🌐  https://mysunpure.in/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51960"/>
            <a:ext cx="246888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5196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416552"/>
            <a:ext cx="224942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30560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1" y="5074005"/>
            <a:ext cx="2322576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FOLLOWERS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251960"/>
            <a:ext cx="246888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4251960"/>
            <a:ext cx="24688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4416552"/>
            <a:ext cx="224942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0.05%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5074005"/>
            <a:ext cx="2322576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ENGAGEMENT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51960"/>
            <a:ext cx="246888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51960"/>
            <a:ext cx="246888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4416552"/>
            <a:ext cx="224942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2248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5074005"/>
            <a:ext cx="2322576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TOTAL POSTS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8D2E6"/>
                </a:solidFill>
              </a:defRPr>
            </a:pPr>
            <a:r>
              <a:t>Business Account  •  https://mysunpure.in/  •  Powered by SearchAPI.io + Claude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Profile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@sunpure_official  —  Healthy Cooking Oils Brand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30560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19638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FOLLOWERS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353312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19638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FOLLOWING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353312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2248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19638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TOTAL POSTS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4747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13631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5670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AVG LIKES/POST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4747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3913631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475670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AVG COMMENTS/POST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913631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0.05%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75670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ENGAGEMENT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Engagement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Key performance metrics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Followers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30560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Varies by niche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Engagement Rate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0.05%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 3% is good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🔴 Low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Likes/Post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Comments/Post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 20 is strong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Posting Frequency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Approximately 3-4x per week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3-5x/week ideal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Account Type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Business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Business preferred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With only 15 avg likes and near-zero comments on 30K+ followers, engagement is critically low indicating a largely inactive or disengaged audience.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Content Mix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Breakdown from recent 12 posts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1371600"/>
            <a:ext cx="3931920" cy="146304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1371600"/>
            <a:ext cx="39319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7" y="153619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4 posts (33%)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2220163"/>
            <a:ext cx="3785615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108960"/>
            <a:ext cx="3931920" cy="146304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3108960"/>
            <a:ext cx="3931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327355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1 posts (8%)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3957523"/>
            <a:ext cx="3785615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CAROUSELS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846320"/>
            <a:ext cx="3931920" cy="146304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4846320"/>
            <a:ext cx="39319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501091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7 posts (58%)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5694883"/>
            <a:ext cx="3785615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VIDEOS / REELS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Images: 4, Carousels: 1, Videos: 7 (out of 12 recent posts)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What works for this account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Content Type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Strategic Insight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Product showcasing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Primary content driver — keep investing here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Recipe and cooking content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Strong engagement format — use consistently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Brand storytelling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Diversifies reach — great for discoverability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F37"/>
                </a:solidFill>
              </a:defRPr>
            </a:pPr>
            <a:r>
              <a:t>BIO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Sunpure is India's first chemical-free processed, physically refined edible oil brand offering Sunflower, Ricebran, Mustard, and Filtered Groundnut Oils. The brand celebrates over 30 years of trust in Indian kitchens.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D4AF37"/>
                </a:solidFill>
              </a:defRPr>
            </a:pPr>
            <a:r>
              <a:t>GROWTH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</a:defRPr>
            </a:pPr>
            <a:r>
              <a:t>Strategic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6420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6A085"/>
                </a:solidFill>
              </a:defRPr>
            </a:pPr>
            <a:r>
              <a:t>📈  Growth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Despite 2248 posts and 30 years of brand legacy, the account follows only 1 account and has minimal community interaction, suggesting very limited organic growth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10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CC71"/>
                </a:solidFill>
              </a:defRPr>
            </a:pPr>
            <a:r>
              <a:t>💪  Key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Strong brand heritage and clear product niche with 30+ years of consumer trust provides a credible and differentiated content foundation.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4AF37"/>
                </a:solidFill>
              </a:defRPr>
            </a:pPr>
            <a:r>
              <a:t>🎯 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Shift focus to short-form video content (Reels) featuring quick recipes and cooking tips using Sunpure oils, paired with strong hooks and calls-to-action to drive comments and shares and recover engagement.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20040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10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E44AD"/>
                </a:solidFill>
              </a:defRPr>
            </a:pPr>
            <a:r>
              <a:t>🔄  Posting 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033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Approximately 3-4x per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C8D2E6"/>
                </a:solidFill>
              </a:defRPr>
            </a:pPr>
            <a:r>
              <a:t>Report for @sunpure_official (https://mysunpure.in/)  •  SearchAPI.io + Claude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