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Instagram Profile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@mkdir_templates  |  mkdir templates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Niche      :  Instagram templates and growth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Followers  :  unknown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8D2E6"/>
                </a:solidFill>
              </a:defRPr>
            </a:pPr>
            <a:r>
              <a:t>— Powered by SearchAPI.io + Claude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Profile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mkdir templates helps creators and businesses optimize their Instagram presence through bio templates, content strategies, and growth tools. They focus on turning profile visits into followers and driving conversions.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Followers  :  unknown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Niche      :  Instagram templates and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Bio templates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Content creation tips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Instagram growth hacks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Engagement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Their audience is likely composed of small business owners and content creators seeking actionable Instagram growth strategies.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They post educational and template-based content designed to help users create consistent social media content quickly and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F37"/>
                </a:solidFill>
              </a:defRPr>
            </a:pPr>
            <a:r>
              <a:t>Key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Their biggest strength is providing ready-to-use Instagram bio templates and tools that help users immediately improve their profile's conversion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